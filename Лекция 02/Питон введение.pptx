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73" r:id="rId14"/>
    <p:sldId id="267" r:id="rId15"/>
    <p:sldId id="274" r:id="rId16"/>
    <p:sldId id="268" r:id="rId17"/>
    <p:sldId id="269" r:id="rId18"/>
    <p:sldId id="270" r:id="rId19"/>
    <p:sldId id="271" r:id="rId20"/>
  </p:sldIdLst>
  <p:sldSz cx="9144000" cy="5143500" type="screen16x9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Montserrat" panose="00000500000000000000" pitchFamily="2" charset="-52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3D46B77-5A1F-4BE1-9A1F-B4EC885D3A0F}">
  <a:tblStyle styleId="{33D46B77-5A1F-4BE1-9A1F-B4EC885D3A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63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9455f9e49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9455f9e49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9455f9e49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9455f9e49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9455f9e49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9455f9e49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9455f9e49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79455f9e49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9455f9e49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79455f9e49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9455f9e49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9455f9e49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9455f9e49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79455f9e49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9455f9e49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79455f9e49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9455f9e49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79455f9e49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9455f9e49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9455f9e49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9455f9e49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79455f9e49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79455f9e49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79455f9e49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79455f9e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79455f9e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9455f9e49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79455f9e49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79455f9e49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79455f9e49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Gty2RtfBWmtvxIuDJdXjZrveyBCCWzk9?usp=sharing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Введение в python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Программирование</a:t>
            </a: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Программирование — это процесс создания компьютерных программ. Они нужны, чтобы облегчить привычные будничные или рабочие процессы. Например, чтобы не считать каждый раз в уме, хватит ли на мороженое, можно поручить эту задачу компьютеру.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Язык программирования — это формальная знаковая система, на которой пишут компьютерные программы. Его можно представить как набор разнообразных правил и команд, на основе которых программист пишет код. Иногда словосочетание сокращают как ЯП.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Основные понятия</a:t>
            </a: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Переменная (Variable) --- Это идентификатор, используемый для хранения значений в памяти компьютера. Программист может присваивать и изменять значения переменных. Например переменная name, хранит имя человека и мы можем получить его используя эту переменную.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Логическое выражение в программировании — конструкция языка программирования, результатом вычисления которой является «истина» или «ложь». Это может быть сравнение ==, или знаки &gt; и &lt;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Функция (Function) - Это блок кода, который выполняет определенную операцию. Функции могут быть вызваны и использованы в различных частях программы.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Условное выражение (Conditional Statement) Это конструкция, которая проверяет логическое выражение и выполняет определенное действие, в зависимости от условий. Примером может быть оператор “if-else”.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Цикл (Loop) - Это конструкция, позволяющая программе выполнять определенный блок кода многократно.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Массив (Array) - Это структура данных, позволяющая хранить множество элементов одного типа. Элементы массива могут быть обращены по индексу.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Индекс — число, буквы или другая комбинация символов, указывающая место элемента в массиве.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 dirty="0">
                <a:latin typeface="Times New Roman"/>
                <a:ea typeface="Times New Roman"/>
                <a:cs typeface="Times New Roman"/>
                <a:sym typeface="Times New Roman"/>
              </a:rPr>
              <a:t>Атрибуты— это переменные, конкретные характеристики объекта, такие как цвет поля или имя пользователя.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400" dirty="0">
                <a:latin typeface="Times New Roman"/>
                <a:ea typeface="Times New Roman"/>
                <a:cs typeface="Times New Roman"/>
                <a:sym typeface="Times New Roman"/>
              </a:rPr>
              <a:t>Класс — это «шаблон» для объекта, который описывает его свойства. Несколько похожих между собой объектов, например профили разных пользователей, будут иметь одинаковую структуру, а значит, принадлежать к одному классу. Каждый объект — это экземпляр какого-нибудь класса.</a:t>
            </a:r>
          </a:p>
          <a:p>
            <a:pPr marL="0" indent="45720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200" dirty="0">
                <a:latin typeface="Times New Roman"/>
                <a:ea typeface="Times New Roman"/>
                <a:cs typeface="Times New Roman"/>
                <a:sym typeface="Times New Roman"/>
              </a:rPr>
              <a:t>Объект — это набор переменных и функций, как в традиционном функциональном программировании. Переменные и функции и есть его свойства.</a:t>
            </a:r>
          </a:p>
          <a:p>
            <a:pPr marL="0" lvl="0" indent="45720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 — это язык программирования, который широко используется в интернет-приложениях, разработке программного обеспечения, науке о данных и машинном обучении (ML). Разработчики используют Python, потому что он эффективен, прост в изучении и работает на разных платформах.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https://colab.research.google.com/</a:t>
            </a:r>
            <a:endParaRPr sz="18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ООП</a:t>
            </a:r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Объектно-ориентированное программирование (ООП) — это подход, при котором программа рассматривается как набор объектов, взаимодействующих друг с другом. У каждого есть свойства и поведение. В программировании объекты — это структуры данных: пользователь, кнопка, сообщение. У них, как и у реальных предметов, могут быть свойства: цвет, содержание или имя пользователя. А чтобы объединить между собой объекты с похожими свойствами, существуют классы.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5725" y="1165488"/>
            <a:ext cx="5312551" cy="281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Абстракция означает выделение главных, наиболее значимых характеристик предмета и наоборот — отбрасывание второстепенных, незначительных.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Инкапсуляция  это принцип, согласно которому внутреннее устройство сущностей нужно объединять в специальной «оболочке» и скрывать от вмешательств извне. Доступ к объектам возможен через специальные открытые методы, а напрямую обратиться к их содержимому нельзя.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2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Наследование — механизм, который позволяет описать новый класс на основе существующего (родительского). При этом свойства и функциональность родительского класса заимствуются новым классом.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Полиморфизм — это возможность работать с несколькими типами так, будто это один и тот же тип. При этом поведение объектов будет разным в зависимости от типа, к которому они принадлежат.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 правила написания кода</a:t>
            </a:r>
            <a:endParaRPr/>
          </a:p>
        </p:txBody>
      </p:sp>
      <p:sp>
        <p:nvSpPr>
          <p:cNvPr id="196" name="Google Shape;196;p2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Каждая команда выполняется последовательно, если вы пишете цикл,условное  выражение  или функцию, код который выполняется внутри, нужно отделить 4 пробелами или tab.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Названия переменных и функций должны быть на английском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873EE2-1B85-4842-AED9-65423C4C5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</a:t>
            </a:r>
            <a:r>
              <a:rPr lang="ru-RU" dirty="0" err="1"/>
              <a:t>перменных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CBB5F3-473B-43B9-8AE4-BC0EC49C8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ru-RU" dirty="0" err="1"/>
              <a:t>имя_переменной</a:t>
            </a:r>
            <a:r>
              <a:rPr lang="ru-RU" dirty="0"/>
              <a:t> = значение</a:t>
            </a:r>
          </a:p>
          <a:p>
            <a:pPr marL="146050" indent="0">
              <a:buNone/>
            </a:pPr>
            <a:r>
              <a:rPr lang="ru-RU" dirty="0"/>
              <a:t>Примеры: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en-US" dirty="0"/>
              <a:t>age = 25                   # </a:t>
            </a:r>
            <a:r>
              <a:rPr lang="ru-RU" dirty="0"/>
              <a:t>Возраст</a:t>
            </a:r>
          </a:p>
          <a:p>
            <a:pPr marL="146050" indent="0">
              <a:buNone/>
            </a:pPr>
            <a:r>
              <a:rPr lang="en-US" dirty="0"/>
              <a:t>name = "</a:t>
            </a:r>
            <a:r>
              <a:rPr lang="ru-RU" dirty="0"/>
              <a:t>Алексей"           # Имя</a:t>
            </a:r>
          </a:p>
          <a:p>
            <a:pPr marL="146050" indent="0">
              <a:buNone/>
            </a:pPr>
            <a:r>
              <a:rPr lang="en-US" dirty="0"/>
              <a:t>temperature = 36.6         # </a:t>
            </a:r>
            <a:r>
              <a:rPr lang="ru-RU" dirty="0"/>
              <a:t>Температура</a:t>
            </a:r>
          </a:p>
          <a:p>
            <a:pPr marL="146050" indent="0">
              <a:buNone/>
            </a:pPr>
            <a:r>
              <a:rPr lang="en-US" dirty="0" err="1"/>
              <a:t>is_raining</a:t>
            </a:r>
            <a:r>
              <a:rPr lang="en-US" dirty="0"/>
              <a:t> = False         # </a:t>
            </a:r>
            <a:r>
              <a:rPr lang="ru-RU" dirty="0"/>
              <a:t>Идёт ли дождь</a:t>
            </a:r>
          </a:p>
        </p:txBody>
      </p:sp>
    </p:spTree>
    <p:extLst>
      <p:ext uri="{BB962C8B-B14F-4D97-AF65-F5344CB8AC3E}">
        <p14:creationId xmlns:p14="http://schemas.microsoft.com/office/powerpoint/2010/main" val="106632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F01BC2-A9AA-4A12-A960-E83B9C397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Правила наименования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7E3C70-FFFC-4FD8-AA70-FB152AFB5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1307850"/>
            <a:ext cx="7038900" cy="3583464"/>
          </a:xfrm>
        </p:spPr>
        <p:txBody>
          <a:bodyPr>
            <a:normAutofit fontScale="92500" lnSpcReduction="20000"/>
          </a:bodyPr>
          <a:lstStyle/>
          <a:p>
            <a:pPr marL="146050" indent="0">
              <a:buNone/>
            </a:pPr>
            <a:r>
              <a:rPr lang="ru-RU" dirty="0"/>
              <a:t>Допустимые символы: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    Буквы (a-z, A-Z)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    Цифры (0-9), но не в начале имени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    Знак подчёркивания (_)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Недопустимые символы: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    Специальные символы (@, #, $, % и др.)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    Пробелы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    Дефисы (-)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Регистр букв имеет значение: </a:t>
            </a:r>
            <a:r>
              <a:rPr lang="ru-RU" dirty="0" err="1"/>
              <a:t>Age</a:t>
            </a:r>
            <a:r>
              <a:rPr lang="ru-RU" dirty="0"/>
              <a:t>, AGE и </a:t>
            </a:r>
            <a:r>
              <a:rPr lang="ru-RU" dirty="0" err="1"/>
              <a:t>age</a:t>
            </a:r>
            <a:r>
              <a:rPr lang="ru-RU" dirty="0"/>
              <a:t> — три разные переменные.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Запрещённые имена — нельзя использовать ключевые слова Python</a:t>
            </a:r>
          </a:p>
        </p:txBody>
      </p:sp>
    </p:spTree>
    <p:extLst>
      <p:ext uri="{BB962C8B-B14F-4D97-AF65-F5344CB8AC3E}">
        <p14:creationId xmlns:p14="http://schemas.microsoft.com/office/powerpoint/2010/main" val="218419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Типы переменных</a:t>
            </a:r>
            <a:endParaRPr/>
          </a:p>
        </p:txBody>
      </p:sp>
      <p:sp>
        <p:nvSpPr>
          <p:cNvPr id="202" name="Google Shape;202;p2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Тип перменной указывает на то, какие данных хранит переменная и какие операции с ней можно выполнять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Типы переменных в языке Python не объявляются очевидно, тем не менее они присутствуют. Интерпретатор понимает что записывается в переменную и на основании этого добавляет тип к этой переменной.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Всего в Python есть 4 базовых типа переменных: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some = 1 ; Integer - целые числа;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some = 1.12 ; Float - числа с плавающей точкой;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some = "Привет" ; String - строки;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some = True ; Boolean - тип данных принимающий либо False, либо True.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B44E03-755B-4682-B5EC-3E9E207F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 </a:t>
            </a:r>
            <a:r>
              <a:rPr lang="en-US" dirty="0"/>
              <a:t>if 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CC28B0-546A-470E-BFFA-F91E45DF0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en-US" dirty="0"/>
              <a:t>if </a:t>
            </a:r>
            <a:r>
              <a:rPr lang="ru-RU" dirty="0"/>
              <a:t>условие1</a:t>
            </a:r>
            <a:r>
              <a:rPr lang="en-US" dirty="0"/>
              <a:t>:</a:t>
            </a:r>
          </a:p>
          <a:p>
            <a:pPr marL="146050" indent="0">
              <a:buNone/>
            </a:pPr>
            <a:r>
              <a:rPr lang="en-US" dirty="0"/>
              <a:t>	</a:t>
            </a:r>
            <a:r>
              <a:rPr lang="ru-RU" dirty="0"/>
              <a:t>действие1</a:t>
            </a:r>
            <a:endParaRPr lang="en-US" dirty="0"/>
          </a:p>
          <a:p>
            <a:pPr marL="146050" indent="0">
              <a:buNone/>
            </a:pPr>
            <a:r>
              <a:rPr lang="en-US" dirty="0" err="1"/>
              <a:t>elif</a:t>
            </a:r>
            <a:r>
              <a:rPr lang="en-US" dirty="0"/>
              <a:t> </a:t>
            </a:r>
            <a:r>
              <a:rPr lang="ru-RU" dirty="0"/>
              <a:t>условие2</a:t>
            </a:r>
            <a:r>
              <a:rPr lang="en-US" dirty="0"/>
              <a:t>:</a:t>
            </a:r>
          </a:p>
          <a:p>
            <a:pPr marL="146050" indent="0">
              <a:buNone/>
            </a:pPr>
            <a:r>
              <a:rPr lang="en-US" dirty="0"/>
              <a:t>	</a:t>
            </a:r>
            <a:r>
              <a:rPr lang="ru-RU" dirty="0"/>
              <a:t>действие2</a:t>
            </a:r>
            <a:endParaRPr lang="en-US" dirty="0"/>
          </a:p>
          <a:p>
            <a:pPr marL="146050" indent="0">
              <a:buNone/>
            </a:pPr>
            <a:r>
              <a:rPr lang="en-US"/>
              <a:t>else</a:t>
            </a:r>
            <a:r>
              <a:rPr lang="en-US" dirty="0"/>
              <a:t>:</a:t>
            </a:r>
          </a:p>
          <a:p>
            <a:pPr marL="146050" indent="0">
              <a:buNone/>
            </a:pPr>
            <a:r>
              <a:rPr lang="en-US" dirty="0"/>
              <a:t>	</a:t>
            </a:r>
            <a:r>
              <a:rPr lang="ru-RU" dirty="0"/>
              <a:t>действие3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949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Логические выражения</a:t>
            </a:r>
            <a:endParaRPr/>
          </a:p>
        </p:txBody>
      </p:sp>
      <p:graphicFrame>
        <p:nvGraphicFramePr>
          <p:cNvPr id="208" name="Google Shape;208;p25"/>
          <p:cNvGraphicFramePr/>
          <p:nvPr/>
        </p:nvGraphicFramePr>
        <p:xfrm>
          <a:off x="1197450" y="946725"/>
          <a:ext cx="7239000" cy="3962100"/>
        </p:xfrm>
        <a:graphic>
          <a:graphicData uri="http://schemas.openxmlformats.org/drawingml/2006/table">
            <a:tbl>
              <a:tblPr>
                <a:noFill/>
                <a:tableStyleId>{33D46B77-5A1F-4BE1-9A1F-B4EC885D3A0F}</a:tableStyleId>
              </a:tblPr>
              <a:tblGrid>
                <a:gridCol w="99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Оператор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Пример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Возвращает true, если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&gt;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a&gt;b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больше 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&lt;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a&lt;b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меньше 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&gt;=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a&gt;=b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больше, или равно 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&lt;=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a&lt;=b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меньше, или равно 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==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a==b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и b имеют одинаковое значение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!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!a&gt;b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выражение a&gt;b возвращает false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and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a&gt;0 and a&lt;10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больше 0 и меньше 10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or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a==b or a&gt;b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больше или равно 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in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x in [1, 2, 3]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значение x есть в массиве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Циклы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 имеет 2 вида циклов for и while.</a:t>
            </a:r>
            <a:b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for указывает, что некоторые действия выполняются заданное количество раз, а while указывает, что действия должны выполнятся пока некоторое условие возвращает true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Создание функции</a:t>
            </a:r>
            <a:endParaRPr/>
          </a:p>
        </p:txBody>
      </p:sp>
      <p:sp>
        <p:nvSpPr>
          <p:cNvPr id="220" name="Google Shape;220;p2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 add(x, y):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"""Сложение двух чисел."""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return x + y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Эта функция получает два аргумента и возвращает их сумму.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 add объявляет функцию и указывает ее имя, в круглых скобка указываются аргументы функции, которые она должна получить для работы.</a:t>
            </a:r>
            <a:b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return указывает значения, которые возвращяет функция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Примеры кода</a:t>
            </a:r>
            <a:endParaRPr/>
          </a:p>
        </p:txBody>
      </p:sp>
      <p:sp>
        <p:nvSpPr>
          <p:cNvPr id="226" name="Google Shape;226;p2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https://colab.research.google.com/drive/1Gty2RtfBWmtvxIuDJdXjZrveyBCCWzk9?usp=sharing</a:t>
            </a:r>
            <a:endParaRPr sz="18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1084</Words>
  <Application>Microsoft Office PowerPoint</Application>
  <PresentationFormat>Экран (16:9)</PresentationFormat>
  <Paragraphs>112</Paragraphs>
  <Slides>19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Times New Roman</vt:lpstr>
      <vt:lpstr>Lato</vt:lpstr>
      <vt:lpstr>Arial</vt:lpstr>
      <vt:lpstr>Montserrat</vt:lpstr>
      <vt:lpstr>Focus</vt:lpstr>
      <vt:lpstr>Введение в python</vt:lpstr>
      <vt:lpstr>Программирование</vt:lpstr>
      <vt:lpstr>Основные понятия</vt:lpstr>
      <vt:lpstr>Презентация PowerPoint</vt:lpstr>
      <vt:lpstr>Презентация PowerPoint</vt:lpstr>
      <vt:lpstr>Python</vt:lpstr>
      <vt:lpstr>ООП</vt:lpstr>
      <vt:lpstr>Презентация PowerPoint</vt:lpstr>
      <vt:lpstr>Презентация PowerPoint</vt:lpstr>
      <vt:lpstr>Презентация PowerPoint</vt:lpstr>
      <vt:lpstr>Python правила написания кода</vt:lpstr>
      <vt:lpstr>Создание перменных</vt:lpstr>
      <vt:lpstr>Правила наименования</vt:lpstr>
      <vt:lpstr>Типы переменных</vt:lpstr>
      <vt:lpstr>Блок if </vt:lpstr>
      <vt:lpstr>Логические выражения</vt:lpstr>
      <vt:lpstr>Циклы</vt:lpstr>
      <vt:lpstr>Создание функции</vt:lpstr>
      <vt:lpstr>Примеры кода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python</dc:title>
  <cp:lastModifiedBy>Акулин Максим Александрович</cp:lastModifiedBy>
  <cp:revision>2</cp:revision>
  <dcterms:modified xsi:type="dcterms:W3CDTF">2026-06-17T14:46:03Z</dcterms:modified>
</cp:coreProperties>
</file>